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.png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2.png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3.png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4.png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5.png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6.png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Evidenc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Evidenc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Evidenc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Evidenc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Evidenc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Evidenc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Evidenc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meQA">
  <a:themeElements>
    <a:clrScheme name="GameQA">
      <a:dk1>
        <a:srgbClr val="101826"/>
      </a:dk1>
      <a:lt1>
        <a:srgbClr val="FFFFFF"/>
      </a:lt1>
      <a:dk2>
        <a:srgbClr val="172437"/>
      </a:dk2>
      <a:lt2>
        <a:srgbClr val="F2F5FA"/>
      </a:lt2>
      <a:accent1>
        <a:srgbClr val="6EE7CF"/>
      </a:accent1>
      <a:accent2>
        <a:srgbClr val="FFC978"/>
      </a:accent2>
      <a:accent3>
        <a:srgbClr val="FF928F"/>
      </a:accent3>
      <a:accent4>
        <a:srgbClr val="B3C1D3"/>
      </a:accent4>
      <a:accent5>
        <a:srgbClr val="425671"/>
      </a:accent5>
      <a:accent6>
        <a:srgbClr val="23334A"/>
      </a:accent6>
      <a:hlink>
        <a:srgbClr val="6EE7CF"/>
      </a:hlink>
      <a:folHlink>
        <a:srgbClr val="FFC978"/>
      </a:folHlink>
    </a:clrScheme>
    <a:fontScheme name="GameQA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GameQ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